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206240" cy="4206240"/>
          </a:xfrm>
          <a:prstGeom prst="ellipse">
            <a:avLst/>
          </a:prstGeom>
          <a:solidFill>
            <a:srgbClr val="12A59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FFB62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NearMe AI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place finder, powered by an LLM and the Google Places API — orchestrated with n8n.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12064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F0E9D8"/>
            </a:solidFill>
            <a:prstDash val="solid"/>
          </a:ln>
          <a:effectLst>
            <a:outerShdw sx="100000" sy="100000" kx="0" ky="0" algn="bl" rotWithShape="0" blurRad="177800" dist="76200" dir="5400000">
              <a:srgbClr val="26243B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F0E9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566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 Restaurant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22452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F0E9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224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 Dokki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88289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BF2"/>
          </a:solidFill>
          <a:ln w="12700">
            <a:solidFill>
              <a:srgbClr val="F0E9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882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     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11112" y="2697480"/>
            <a:ext cx="512064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9050">
            <a:solidFill>
              <a:srgbClr val="12A594"/>
            </a:solidFill>
            <a:prstDash val="solid"/>
          </a:ln>
          <a:effectLst>
            <a:outerShdw sx="100000" sy="100000" kx="0" ky="0" algn="bl" rotWithShape="0" blurRad="177800" dist="76200" dir="5400000">
              <a:srgbClr val="12A594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31152" y="2971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8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NearMe AI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36118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 restaurants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Dokki”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596128" y="4027932"/>
            <a:ext cx="548640" cy="402336"/>
          </a:xfrm>
          <a:prstGeom prst="rightArrow">
            <a:avLst/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6355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2A594">
              <a:alpha val="12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6355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8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&amp; GIZA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plain sentence to real places on the 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84248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plain request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8556" y="17830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7156" y="198424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77156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71516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77156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request as JSON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39912" y="17830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68512" y="198424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6851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 interprets the query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39912" y="35661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68512" y="3767328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6851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68512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&amp; validates the parameters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48556" y="35661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77156" y="37673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77156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71516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677156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Google Places 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6243B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" y="376732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Respond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sent back to the 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94760" y="2286000"/>
            <a:ext cx="603504" cy="274320"/>
          </a:xfrm>
          <a:prstGeom prst="rightArrow">
            <a:avLst/>
          </a:prstGeom>
          <a:solidFill>
            <a:srgbClr val="FFB627"/>
          </a:solidFill>
          <a:ln/>
        </p:spPr>
      </p:sp>
      <p:sp>
        <p:nvSpPr>
          <p:cNvPr id="38" name="Shape 36"/>
          <p:cNvSpPr/>
          <p:nvPr/>
        </p:nvSpPr>
        <p:spPr>
          <a:xfrm>
            <a:off x="7786116" y="2286000"/>
            <a:ext cx="603504" cy="274320"/>
          </a:xfrm>
          <a:prstGeom prst="rightArrow">
            <a:avLst/>
          </a:prstGeom>
          <a:solidFill>
            <a:srgbClr val="FFB627"/>
          </a:solidFill>
          <a:ln/>
        </p:spPr>
      </p:sp>
      <p:sp>
        <p:nvSpPr>
          <p:cNvPr id="39" name="Shape 37"/>
          <p:cNvSpPr/>
          <p:nvPr/>
        </p:nvSpPr>
        <p:spPr>
          <a:xfrm>
            <a:off x="9948672" y="3108960"/>
            <a:ext cx="274320" cy="411480"/>
          </a:xfrm>
          <a:prstGeom prst="downArrow">
            <a:avLst/>
          </a:prstGeom>
          <a:solidFill>
            <a:srgbClr val="FFB627"/>
          </a:solidFill>
          <a:ln/>
        </p:spPr>
      </p:sp>
      <p:sp>
        <p:nvSpPr>
          <p:cNvPr id="40" name="Shape 38"/>
          <p:cNvSpPr/>
          <p:nvPr/>
        </p:nvSpPr>
        <p:spPr>
          <a:xfrm>
            <a:off x="7786116" y="4069080"/>
            <a:ext cx="603504" cy="274320"/>
          </a:xfrm>
          <a:prstGeom prst="leftArrow">
            <a:avLst/>
          </a:prstGeom>
          <a:solidFill>
            <a:srgbClr val="FFB627"/>
          </a:solidFill>
          <a:ln/>
        </p:spPr>
      </p:sp>
      <p:sp>
        <p:nvSpPr>
          <p:cNvPr id="41" name="Shape 39"/>
          <p:cNvSpPr/>
          <p:nvPr/>
        </p:nvSpPr>
        <p:spPr>
          <a:xfrm>
            <a:off x="3794760" y="4069080"/>
            <a:ext cx="603504" cy="274320"/>
          </a:xfrm>
          <a:prstGeom prst="leftArrow">
            <a:avLst/>
          </a:prstGeom>
          <a:solidFill>
            <a:srgbClr val="FFB627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5303520"/>
            <a:ext cx="11274552" cy="685800"/>
          </a:xfrm>
          <a:prstGeom prst="roundRect">
            <a:avLst>
              <a:gd name="adj" fmla="val 16000"/>
            </a:avLst>
          </a:prstGeom>
          <a:solidFill>
            <a:srgbClr val="26243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7200" y="53035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back in the app — as cards, and on the map.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965960" y="4892040"/>
            <a:ext cx="274320" cy="365760"/>
          </a:xfrm>
          <a:prstGeom prst="downArrow">
            <a:avLst/>
          </a:prstGeom>
          <a:solidFill>
            <a:srgbClr val="FFB62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 working together, end to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26243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with a Leaflet map — the search bar, result cards, and pins the user sees.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2624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n8n workflow ties every step together, from the incoming webhook to the final response.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26243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OpenAI Chat Model reads the plain-language request and turns it into structured search parameters.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2624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Places API supplies real places, ratings, addresses and locations for the results.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it like you’d say it — NearMe AI takes care of the rest.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2026-09-13T23:50:11Z</dcterms:created>
  <dcterms:modified xsi:type="dcterms:W3CDTF">2026-09-13T23:50:11Z</dcterms:modified>
</cp:coreProperties>
</file>